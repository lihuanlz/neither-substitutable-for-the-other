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903720" y="2423160"/>
            <a:ext cx="2103120" cy="2103120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43800" y="3063240"/>
            <a:ext cx="822960" cy="822960"/>
          </a:xfrm>
          <a:prstGeom prst="ellipse">
            <a:avLst/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60920" y="4133087"/>
            <a:ext cx="274320" cy="27432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327648" y="2761488"/>
            <a:ext cx="164592" cy="164592"/>
          </a:xfrm>
          <a:prstGeom prst="ellipse">
            <a:avLst/>
          </a:prstGeom>
          <a:solidFill>
            <a:srgbClr val="83C5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326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形式化研究 · Lean 4 + Mathlib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16736"/>
            <a:ext cx="7863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人机贡献的能识别边界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5486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把「这份工作里有多少是人做的」从一句立场之争，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变成 117 条能被机器逐条检查的定理。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85615"/>
            <a:ext cx="1828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条已证定理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785615"/>
            <a:ext cx="1828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29768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个 sorry 与公理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785615"/>
            <a:ext cx="1828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9768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个形式化模块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这份报告讲什么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1252728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7101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DF6F9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234440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看不见的鸟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128016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「观测不到」从来不等于「不存在」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1920239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85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DF6F9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901951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检测能力的上限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1947672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再怎么努力，也压不过那道物理天花板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2587752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60604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DF6F9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569464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真相不是一个点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2" y="26151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观测协议决定了你能看见什么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3255263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73551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DF6F9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236975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符号不由数据决定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3282696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一个估计量连自己的正负都做不了主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" y="3922776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94106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DF6F9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3904488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把争议变成定理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6512" y="3950208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117 条 Lean 4 证明，零 sorry 零公理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96112"/>
            <a:ext cx="2743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42032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看不见的鸟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在谈 AI 之前，生态学家已经把这件事说过一遍了。</a:t>
            </a:r>
          </a:p>
        </p:txBody>
      </p:sp>
      <p:sp>
        <p:nvSpPr>
          <p:cNvPr id="5" name="Oval 4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生态学 · 一个老故事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看不见的那只鸟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4069080" cy="84124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看不见 ≠ 不存在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267712"/>
            <a:ext cx="91440" cy="9144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1945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鸟根本不在这一片林子里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706624"/>
            <a:ext cx="91440" cy="9144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633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鸟在，但天太黑、灌木太密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145536"/>
            <a:ext cx="91440" cy="9144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07238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鸟在，但风太大、距离太远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29584"/>
            <a:ext cx="4069080" cy="1042415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675887"/>
            <a:ext cx="378561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重复调查能把看见的概率越推越高，但永远到不了 1。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那道天花板由观测协议决定，不由你有多认真决定。</a:t>
            </a:r>
          </a:p>
        </p:txBody>
      </p:sp>
      <p:pic>
        <p:nvPicPr>
          <p:cNvPr id="19" name="Picture 18" descr="anime_01_cryptic_spec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170432"/>
            <a:ext cx="3749039" cy="209248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64608" y="3383280"/>
            <a:ext cx="3749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在同一个观测协议下，所有「看起来一模一样」的状态被混在了一起。重复观测能提高检出率，但协议本身分辨不了的东西，永远检不出来。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问题 · 同一个错误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AI 正在重复这个错误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3931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生态学家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170432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261872"/>
            <a:ext cx="3931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今天的 AI 辅助研究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783080"/>
            <a:ext cx="10972" cy="2194560"/>
          </a:xfrm>
          <a:prstGeom prst="rect">
            <a:avLst/>
          </a:prstGeom>
          <a:solidFill>
            <a:srgbClr val="83C5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7219" y="1915668"/>
            <a:ext cx="82296" cy="8229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1837943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看不见 → 记为「未检出」</a:t>
            </a:r>
          </a:p>
        </p:txBody>
      </p:sp>
      <p:sp>
        <p:nvSpPr>
          <p:cNvPr id="16" name="Oval 15"/>
          <p:cNvSpPr/>
          <p:nvPr/>
        </p:nvSpPr>
        <p:spPr>
          <a:xfrm>
            <a:off x="4823460" y="1915668"/>
            <a:ext cx="82296" cy="82296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183794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检测不到 → 当成「不存在」</a:t>
            </a:r>
          </a:p>
        </p:txBody>
      </p:sp>
      <p:sp>
        <p:nvSpPr>
          <p:cNvPr id="18" name="Oval 17"/>
          <p:cNvSpPr/>
          <p:nvPr/>
        </p:nvSpPr>
        <p:spPr>
          <a:xfrm>
            <a:off x="617219" y="2482596"/>
            <a:ext cx="82296" cy="8229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2404872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参考分布：真实的物种分布</a:t>
            </a:r>
          </a:p>
        </p:txBody>
      </p:sp>
      <p:sp>
        <p:nvSpPr>
          <p:cNvPr id="20" name="Oval 19"/>
          <p:cNvSpPr/>
          <p:nvPr/>
        </p:nvSpPr>
        <p:spPr>
          <a:xfrm>
            <a:off x="4823460" y="2482596"/>
            <a:ext cx="82296" cy="82296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7488" y="240487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参考分布：文献里的既有结论</a:t>
            </a:r>
          </a:p>
        </p:txBody>
      </p:sp>
      <p:sp>
        <p:nvSpPr>
          <p:cNvPr id="22" name="Oval 21"/>
          <p:cNvSpPr/>
          <p:nvPr/>
        </p:nvSpPr>
        <p:spPr>
          <a:xfrm>
            <a:off x="617219" y="3049524"/>
            <a:ext cx="82296" cy="8229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2971799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换一个观测协议 → 结论改变</a:t>
            </a:r>
          </a:p>
        </p:txBody>
      </p:sp>
      <p:sp>
        <p:nvSpPr>
          <p:cNvPr id="24" name="Oval 23"/>
          <p:cNvSpPr/>
          <p:nvPr/>
        </p:nvSpPr>
        <p:spPr>
          <a:xfrm>
            <a:off x="4823460" y="3049524"/>
            <a:ext cx="82296" cy="82296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7488" y="2971799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换一个模型或检测器 → 结论翻转</a:t>
            </a:r>
          </a:p>
        </p:txBody>
      </p:sp>
      <p:sp>
        <p:nvSpPr>
          <p:cNvPr id="26" name="Oval 25"/>
          <p:cNvSpPr/>
          <p:nvPr/>
        </p:nvSpPr>
        <p:spPr>
          <a:xfrm>
            <a:off x="617219" y="3616452"/>
            <a:ext cx="82296" cy="8229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3538727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重复调查 → 检出率上升</a:t>
            </a:r>
          </a:p>
        </p:txBody>
      </p:sp>
      <p:sp>
        <p:nvSpPr>
          <p:cNvPr id="28" name="Oval 27"/>
          <p:cNvSpPr/>
          <p:nvPr/>
        </p:nvSpPr>
        <p:spPr>
          <a:xfrm>
            <a:off x="4823460" y="3616452"/>
            <a:ext cx="82296" cy="82296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35387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多跑几轮验证 → 真的会更准吗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8138160" cy="56692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160520"/>
            <a:ext cx="7589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今天的 AI 辅助科研，把「模型输出」当成了「观测本身」。但模型输出是一条有分辨率的通道。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96112"/>
            <a:ext cx="2743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42032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检测能力的上限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这不是新发现，是几十年前的定理。但很少有人把它用到位。</a:t>
            </a:r>
          </a:p>
        </p:txBody>
      </p:sp>
      <p:pic>
        <p:nvPicPr>
          <p:cNvPr id="5" name="Picture 4" descr="anime_02_verification_flo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47088"/>
            <a:ext cx="2606040" cy="1454534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内容层 · 结果一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最强检测器能做到什么，已经被算死了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07008"/>
            <a:ext cx="3977639" cy="164592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26464"/>
            <a:ext cx="35204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TV /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31136"/>
            <a:ext cx="35204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任何检测器相对「瞎猜」能达到的最大优势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207008"/>
            <a:ext cx="3977639" cy="164592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81328"/>
            <a:ext cx="3520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(1 − TV) /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231136"/>
            <a:ext cx="35204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最优检测器的最小错误率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80944"/>
            <a:ext cx="8138160" cy="493776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08960"/>
            <a:ext cx="7589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TV = 两个分布有多不一样，取值 0 到 1。TV = 0，意味着你完全分不出两者的区别。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02736"/>
            <a:ext cx="8138160" cy="859536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30752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举个例子：参考分布 p=(0.42, 0.28, 0.18, 0.12)，模型输出 q=(0.10, 0.20, 0.40, 0.30)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两者的 TV = 0.40 → 最好也只能比瞎猜强 0.20，错误率 0.30。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5371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来源：论文图 1 · 这是 Neyman–Pearson / Le Cam 两点引理，不是我们的新发现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内容层 · 结果二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验证不是越多越好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pic>
        <p:nvPicPr>
          <p:cNvPr id="9" name="Picture 8" descr="chart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25296"/>
            <a:ext cx="4434840" cy="27717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38928" y="1280160"/>
            <a:ext cx="35021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漏检率会往下掉，但掉到某个数就停住了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0" y="1938528"/>
            <a:ext cx="91440" cy="9144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856231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每多验证一轮，漏掉的概率就乘一次 —— 这是指数下降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0" y="2505456"/>
            <a:ext cx="91440" cy="9144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42316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但它有一个地板，无论验证多久都降不下去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0" y="3072384"/>
            <a:ext cx="91440" cy="9144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2990087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地板高度 = λ × TV：检测器越弱，天花板越高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8928" y="3639312"/>
            <a:ext cx="3502152" cy="56692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2" y="3730752"/>
            <a:ext cx="32186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地板 T = 0.09：再加多少验证者，也只能到这。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33087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参数：TV = 0.09、q = 0.5、λ = 1（与论文图 2 同源）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内容层 · 结果二（续）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预算卡在哪里：三个数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25296"/>
            <a:ext cx="2697480" cy="169164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26464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N_c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755648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3.793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95728"/>
            <a:ext cx="22402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由验证者的可靠度决定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225296"/>
            <a:ext cx="2697480" cy="169164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426464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N_0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755648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3.474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95728"/>
            <a:ext cx="22402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与人的能力无关的硬上界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1225296"/>
            <a:ext cx="2697480" cy="1691640"/>
          </a:xfrm>
          <a:prstGeom prst="roundRect">
            <a:avLst>
              <a:gd name="adj" fmla="val 10000"/>
            </a:avLst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1426464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N*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DF6F9"/>
                </a:solidFill>
                <a:latin typeface="Georgia"/>
                <a:ea typeface="Georgia"/>
                <a:cs typeface="Georgia"/>
              </a:rPr>
              <a:t>3.474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395728"/>
            <a:ext cx="22402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取较小者 —— 这里卡在 N_0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127248"/>
            <a:ext cx="8138160" cy="896112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91840"/>
            <a:ext cx="75895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就算你的验证者再靠谱，预算也卡在 3.474。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剩下那部分漏检，你加多少人都补不回来。</a:t>
            </a:r>
          </a:p>
        </p:txBody>
      </p:sp>
      <p:sp>
        <p:nvSpPr>
          <p:cNvPr id="23" name="Oval 22"/>
          <p:cNvSpPr/>
          <p:nvPr/>
        </p:nvSpPr>
        <p:spPr>
          <a:xfrm>
            <a:off x="612647" y="4270248"/>
            <a:ext cx="91440" cy="9144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18795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在 83.97% 的参数组合里，真正卡住我们的是检测器本身，而不是人。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26864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参数组：TV = 0.09、q = 0.5、λ = 1，与论文图 2 同源（N_c 另取一组验证者可靠度）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96112"/>
            <a:ext cx="2743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42032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真相不是一个点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换一个观测协议，「真相」就换了一个位置。</a:t>
            </a:r>
          </a:p>
        </p:txBody>
      </p:sp>
      <p:sp>
        <p:nvSpPr>
          <p:cNvPr id="5" name="Oval 4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系统层 · 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「真相」不是一个点，是一个等价类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39776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老做法：把真实答案当成一个确定的点，然后去估计它离这个点有多远。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39696"/>
            <a:ext cx="39776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我们的做法：先问一句 —— 在这个观测协议下，哪些状态看起来完全一样？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54096"/>
            <a:ext cx="3977639" cy="969264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36976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它们组成一个等价类 [s*]。于是误差从一个数字，变成一个随协议变化的层级函数。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15584" y="1316736"/>
            <a:ext cx="1481328" cy="36576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98464" y="13898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64224" y="13898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9983" y="13898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5744" y="1389888"/>
            <a:ext cx="182880" cy="182880"/>
          </a:xfrm>
          <a:prstGeom prst="ellipse">
            <a:avLst/>
          </a:prstGeom>
          <a:solidFill>
            <a:srgbClr val="EDF6F9"/>
          </a:solidFill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61504" y="1389888"/>
            <a:ext cx="182880" cy="182880"/>
          </a:xfrm>
          <a:prstGeom prst="ellipse">
            <a:avLst/>
          </a:prstGeom>
          <a:solidFill>
            <a:srgbClr val="EDF6F9"/>
          </a:solidFill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27263" y="1389888"/>
            <a:ext cx="182880" cy="182880"/>
          </a:xfrm>
          <a:prstGeom prst="ellipse">
            <a:avLst/>
          </a:prstGeom>
          <a:solidFill>
            <a:srgbClr val="EDF6F9"/>
          </a:solidFill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2" y="1408176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协议严格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15584" y="2231136"/>
            <a:ext cx="1115568" cy="36576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98464" y="23042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23042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29983" y="2304288"/>
            <a:ext cx="182880" cy="182880"/>
          </a:xfrm>
          <a:prstGeom prst="ellipse">
            <a:avLst/>
          </a:prstGeom>
          <a:solidFill>
            <a:srgbClr val="EDF6F9"/>
          </a:solidFill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95744" y="2304288"/>
            <a:ext cx="182880" cy="182880"/>
          </a:xfrm>
          <a:prstGeom prst="ellipse">
            <a:avLst/>
          </a:prstGeom>
          <a:solidFill>
            <a:srgbClr val="EDF6F9"/>
          </a:solidFill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61504" y="2304288"/>
            <a:ext cx="182880" cy="182880"/>
          </a:xfrm>
          <a:prstGeom prst="ellipse">
            <a:avLst/>
          </a:prstGeom>
          <a:solidFill>
            <a:srgbClr val="EDF6F9"/>
          </a:solidFill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27263" y="2304288"/>
            <a:ext cx="182880" cy="182880"/>
          </a:xfrm>
          <a:prstGeom prst="ellipse">
            <a:avLst/>
          </a:prstGeom>
          <a:solidFill>
            <a:srgbClr val="EDF6F9"/>
          </a:solidFill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2322576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协议中等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15584" y="3145536"/>
            <a:ext cx="2578608" cy="36576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98464" y="32186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64224" y="32186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29983" y="32186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95744" y="32186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461504" y="32186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27263" y="32186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2" y="3236976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协议宽松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3877056"/>
            <a:ext cx="3813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同一个「真相」，在不同协议下被混在一起的状态并不相同。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系统层 · 结果三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贡献要拆成两笔账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25296"/>
            <a:ext cx="4069080" cy="175564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08176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人类的贡献：改变层级</a:t>
            </a:r>
          </a:p>
        </p:txBody>
      </p:sp>
      <p:sp>
        <p:nvSpPr>
          <p:cNvPr id="11" name="Oval 10"/>
          <p:cNvSpPr/>
          <p:nvPr/>
        </p:nvSpPr>
        <p:spPr>
          <a:xfrm>
            <a:off x="827531" y="1906524"/>
            <a:ext cx="82296" cy="8229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82880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提出一个更好问的问题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827531" y="2272284"/>
            <a:ext cx="82296" cy="8229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19456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形式上：改变 Φ(α) 本身</a:t>
            </a:r>
          </a:p>
        </p:txBody>
      </p:sp>
      <p:sp>
        <p:nvSpPr>
          <p:cNvPr id="15" name="Oval 14"/>
          <p:cNvSpPr/>
          <p:nvPr/>
        </p:nvSpPr>
        <p:spPr>
          <a:xfrm>
            <a:off x="827531" y="2638044"/>
            <a:ext cx="82296" cy="8229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6032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收益没有上限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0"/>
            <a:ext cx="4069080" cy="120700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73552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AI 的贡献：在层内压缩</a:t>
            </a:r>
          </a:p>
        </p:txBody>
      </p:sp>
      <p:sp>
        <p:nvSpPr>
          <p:cNvPr id="19" name="Oval 18"/>
          <p:cNvSpPr/>
          <p:nvPr/>
        </p:nvSpPr>
        <p:spPr>
          <a:xfrm>
            <a:off x="827531" y="3762756"/>
            <a:ext cx="82296" cy="82296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694176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把误差压向 Φ(α)</a:t>
            </a:r>
          </a:p>
        </p:txBody>
      </p:sp>
      <p:sp>
        <p:nvSpPr>
          <p:cNvPr id="21" name="Oval 20"/>
          <p:cNvSpPr/>
          <p:nvPr/>
        </p:nvSpPr>
        <p:spPr>
          <a:xfrm>
            <a:off x="827531" y="4073652"/>
            <a:ext cx="82296" cy="82296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005072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边际收益越来越小，有硬上界</a:t>
            </a:r>
          </a:p>
        </p:txBody>
      </p:sp>
      <p:pic>
        <p:nvPicPr>
          <p:cNvPr id="23" name="Picture 22" descr="anime_04_two_currenc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225296"/>
            <a:ext cx="3566160" cy="19904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74920" y="3310128"/>
            <a:ext cx="35661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AI 在层内能走的路有尽头（左边的小球撞了墙）；人往上换一层，路是没有尽头的。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20" y="3986784"/>
            <a:ext cx="3566160" cy="56692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85232" y="4041648"/>
            <a:ext cx="3154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「AI 越帮越忙」只在层固定时成立 —— 而层固定，正是人类不做贡献的状态。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系统层 · 反驳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影响力 ≠ 价值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25296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2148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+M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225296"/>
            <a:ext cx="2148840" cy="96012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371600"/>
            <a:ext cx="2148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−M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95728"/>
            <a:ext cx="4434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两条输出，影响力的绝对值完全一样。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43200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但一条的价值可以是 +M，另一条是 −M，M 还可以任意大。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91840"/>
            <a:ext cx="4434840" cy="960120"/>
          </a:xfrm>
          <a:prstGeom prst="roundRect">
            <a:avLst>
              <a:gd name="adj" fmla="val 10000"/>
            </a:avLst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56432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结论：用「影响力」代理「价值」在数学上失效。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这不是工程问题，是定义问题。</a:t>
            </a:r>
          </a:p>
        </p:txBody>
      </p:sp>
      <p:pic>
        <p:nvPicPr>
          <p:cNvPr id="17" name="Picture 16" descr="anime_03_direction_matt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225296"/>
            <a:ext cx="3410712" cy="190365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30368" y="3255264"/>
            <a:ext cx="34107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KL 散度、互信息都只能测幅度：它们分不清「帮上忙」和「帮倒忙」。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0368" y="4069080"/>
            <a:ext cx="3410712" cy="50292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3248" y="4160520"/>
            <a:ext cx="30449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价值必须带符号，幅度代替不了方向。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系统层 · 判决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「不可通约」这句话，其实要分两半说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25296"/>
            <a:ext cx="3977639" cy="233172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26464"/>
            <a:ext cx="347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当检测地板卡住了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10512"/>
            <a:ext cx="3474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完全不可通约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50592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两个可靠度完全不同的人，给出完全相同的预算。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连高低都分不出来。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225296"/>
            <a:ext cx="3977639" cy="233172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426464"/>
            <a:ext cx="347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当地板没卡住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810512"/>
            <a:ext cx="3474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可通约，但非线性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450592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谁强谁弱看得出来（保序）。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但不是成比例换算，做不成价格表。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49039"/>
            <a:ext cx="8138160" cy="77724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77056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准确的说法是「不可线性换算」，不是「完全不可通约」。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后者太强，会被定理直接判死 —— 这是形式化帮我们改掉的原话。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96112"/>
            <a:ext cx="2743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42032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符号不由数据决定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我们找到的问题不在精度，而在方向。</a:t>
            </a:r>
          </a:p>
        </p:txBody>
      </p:sp>
      <p:sp>
        <p:nvSpPr>
          <p:cNvPr id="5" name="Oval 4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标定层 · 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最通行的那个估计量，公式里没有人类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25296"/>
            <a:ext cx="8138160" cy="123444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8138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φ̂  =  1  −  τ̄ / s̄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15184"/>
            <a:ext cx="3977639" cy="603504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24912"/>
            <a:ext cx="3566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τ̄ = 拟合出来的那条「合理线」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615184"/>
            <a:ext cx="3977639" cy="603504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724912"/>
            <a:ext cx="3566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s̄ = 这段输出的平均意外程度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64992"/>
            <a:ext cx="8138160" cy="1024128"/>
          </a:xfrm>
          <a:prstGeom prst="roundRect">
            <a:avLst>
              <a:gd name="adj" fmla="val 10000"/>
            </a:avLst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47872"/>
            <a:ext cx="758952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人类的输入 x 根本不在这个式子里。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所以它算出来的是「这段输出有多出人意料」，而不是「这里面有多少是人做的」。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标定层 · 定理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同一个输出，两次标定，正负相反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pic>
        <p:nvPicPr>
          <p:cNvPr id="9" name="Picture 8" descr="chart_signf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43584"/>
            <a:ext cx="4297680" cy="2686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0" y="1280160"/>
            <a:ext cx="3611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固定一个输出：s̄ = 0.50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755648"/>
            <a:ext cx="3611880" cy="713232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1865376"/>
            <a:ext cx="32461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标定 A · Llama-3：τ̄ = 0.5496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报告 −0.099 → 判为「几乎没人」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596896"/>
            <a:ext cx="3611880" cy="713232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2706624"/>
            <a:ext cx="32461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标定 B · Mixtral：τ̄ = 0.4155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报告 +0.169 → 判为「有人参与」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456432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同一段文字、同一份数据，结论完全相反。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41648"/>
            <a:ext cx="8138160" cy="530352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33087"/>
            <a:ext cx="7589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差别只在于：你把那条「合理线」画在了哪里 —— 而这条线是在 2500 条与本任务无关的公开对话上拟合出来的。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26864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τ̄ 取自 Xie et al. (ACL 2026) 附录 A.5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标定层 · 后果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它甚至不是一个比例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25296"/>
            <a:ext cx="3977639" cy="169164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44752"/>
            <a:ext cx="34747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有上界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56816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φ̂ 永远小于 1。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输出越出人意料，它越接近 1。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225296"/>
            <a:ext cx="3977639" cy="169164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44752"/>
            <a:ext cx="34747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没有下界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956816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输出越「意料之中」，它越小。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可以是任意负数，没有底线。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90672"/>
            <a:ext cx="8138160" cy="841248"/>
          </a:xfrm>
          <a:prstGeom prst="roundRect">
            <a:avLst>
              <a:gd name="adj" fmla="val 10000"/>
            </a:avLst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55264"/>
            <a:ext cx="75895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所以把它读成「0 到 1 之间的一个比例」，在估计版本里并不成立。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05072"/>
            <a:ext cx="7680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作者自己观察到这些负值，并在他们的框架内部给出了正确解释：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“could plausibly have been generated with minimal or negligible human contribution” — Xie et al., §5.5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96112"/>
            <a:ext cx="2743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42032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把争议变成定理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117 条定理，零 sorry，零公理。</a:t>
            </a:r>
          </a:p>
        </p:txBody>
      </p:sp>
      <p:sp>
        <p:nvSpPr>
          <p:cNvPr id="5" name="Oval 4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形式化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117 条定理，分布在 9 个模块里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25296"/>
            <a:ext cx="2697480" cy="786384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362456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全变差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1682496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Basic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225296"/>
            <a:ext cx="2697480" cy="786384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1362456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污染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1682496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Contamination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216" y="1225296"/>
            <a:ext cx="2697480" cy="786384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362456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覆盖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1682496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103120"/>
            <a:ext cx="2697480" cy="786384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2240279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假设检验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2560320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HypothesisTest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2103120"/>
            <a:ext cx="2697480" cy="786384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2240279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分层与观测等价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2560320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Refinement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0216" y="2103120"/>
            <a:ext cx="2697480" cy="786384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2240279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影响力与价值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2560320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Value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980944"/>
            <a:ext cx="2697480" cy="786384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3118103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验证预算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3438144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VerifyBudget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1568" y="2980944"/>
            <a:ext cx="2697480" cy="786384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21024" y="3118103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不可通约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1024" y="3438144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Incommensurable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2980944"/>
            <a:ext cx="2697480" cy="786384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672" y="3118103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标定不可识别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3438144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Calibration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059936"/>
            <a:ext cx="7589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Lean 4 v4.15.0 + Mathlib · 117 条定理 + 20 个精确算例 · 零 sorry · 零公理 · 全量构建通过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形式化的价值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第一个被它抓出来的，是我们自己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25296"/>
            <a:ext cx="3977639" cy="129844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08176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一个不等式写反了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92224"/>
            <a:ext cx="3429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定理直接证不出来。Lean 把我们自己的建模错误判了死刑。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225296"/>
            <a:ext cx="3977639" cy="129844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59" y="1408176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残余项漏了一个地板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1792224"/>
            <a:ext cx="3429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「验证越多越好」被推翻 —— 漏检率有一个降不下去的下限。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51760"/>
            <a:ext cx="3977639" cy="129844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34640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两条单调性方向写反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18688"/>
            <a:ext cx="3429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我们以为预算随检测能力单调递减，结论其实要更精细。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651760"/>
            <a:ext cx="3977639" cy="129844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2834640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「完全不可通约」太满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59" y="3218688"/>
            <a:ext cx="3429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被逼着改成准确说法：「不可线性换算」。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96512"/>
            <a:ext cx="8138160" cy="475488"/>
          </a:xfrm>
          <a:prstGeom prst="roundRect">
            <a:avLst>
              <a:gd name="adj" fmla="val 10000"/>
            </a:avLst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87952"/>
            <a:ext cx="7589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一个能扛过定理证明器的建模错误，大概也扛不过一个合作者。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结语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我们证明了什么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9" name="Oval 8"/>
          <p:cNvSpPr/>
          <p:nvPr/>
        </p:nvSpPr>
        <p:spPr>
          <a:xfrm>
            <a:off x="662940" y="1303020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25296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看不见 ≠ 不存在。AI 把模型输出当成了观测本身。</a:t>
            </a:r>
          </a:p>
        </p:txBody>
      </p:sp>
      <p:sp>
        <p:nvSpPr>
          <p:cNvPr id="11" name="Oval 10"/>
          <p:cNvSpPr/>
          <p:nvPr/>
        </p:nvSpPr>
        <p:spPr>
          <a:xfrm>
            <a:off x="662940" y="1778508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700784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检测能力有物理天花板，努力压不过去。</a:t>
            </a:r>
          </a:p>
        </p:txBody>
      </p:sp>
      <p:sp>
        <p:nvSpPr>
          <p:cNvPr id="13" name="Oval 12"/>
          <p:cNvSpPr/>
          <p:nvPr/>
        </p:nvSpPr>
        <p:spPr>
          <a:xfrm>
            <a:off x="662940" y="225399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176272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验证预算有一个与人的能力无关的硬上界。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" y="2729484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影响力测不了价值 —— 价值必须带符号。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" y="3204972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127248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符号本身也不可识别：正负由一条分布外拟合的门槛决定。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" y="3680460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2736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117 条定理，零 sorry 零公理，全量构建可复跑。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05072"/>
            <a:ext cx="8138160" cy="585216"/>
          </a:xfrm>
          <a:prstGeom prst="roundRect">
            <a:avLst>
              <a:gd name="adj" fmla="val 10000"/>
            </a:avLst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59936"/>
            <a:ext cx="7589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我们不打击任何已有度量 —— 它们对各自声明的用途是有效的。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我们做的，是把他们散文式的警告，变成机器可以逐条检查的定理。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人机贡献的能识别边界</dc:title>
  <dc:subject>形式化研究：人机贡献度量的可识别性边界</dc:subject>
  <dc:creator/>
  <cp:keywords/>
  <dc:description>117 条 Lean 4 定理，零 sorry 零公理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